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61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3048610" y="0"/>
            <a:ext cx="3047695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6305" y="0"/>
            <a:ext cx="3047695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0348"/>
            <a:ext cx="304861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3048610" y="5070348"/>
            <a:ext cx="3047695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096305" y="5070348"/>
            <a:ext cx="3047695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229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🙏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7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जनसेवक </a:t>
            </a:r>
            <a:pPr algn="ctr" indent="0" marL="0">
              <a:buNone/>
            </a:pPr>
            <a:r>
              <a:rPr lang="en-US" sz="47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JanSewak</a:t>
            </a:r>
            <a:endParaRPr lang="en-US" sz="47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copilot for any government website.</a:t>
            </a:r>
            <a:endParaRPr lang="en-US" sz="14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in any Indian language — she finds the right portal,</a:t>
            </a:r>
            <a:endParaRPr lang="en-US" sz="14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watches your screen, and guides every click.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828800" y="365760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36576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jansewak.vercel.app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343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What Moves India · 2026 — Finals</a:t>
            </a:r>
            <a:endParaRPr lang="en-US" sz="1050" dirty="0"/>
          </a:p>
        </p:txBody>
      </p:sp>
      <p:pic>
        <p:nvPicPr>
          <p:cNvPr id="14" name="Image 0" descr="avatar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502920"/>
            <a:ext cx="3017520" cy="34747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806440" y="4069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नमस्ते! मैं जनसेवक हूँ 🙏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61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3048610" y="0"/>
            <a:ext cx="3047695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6305" y="0"/>
            <a:ext cx="3047695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6035040" y="4709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jansewak.vercel.app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Indian — farmer or engineer — needs a </a:t>
            </a:r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</a:t>
            </a:r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sarkari websites.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48640" y="162763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900M+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221284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users in 2025 — growth driven by Indic-language adoption (IAMAI–Kantar)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37560" y="162763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20.4%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37560" y="221284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households need someone else's help to use digital services (NCAER 2026)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26480" y="162763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26480" y="221284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households access government services online — everyone else is left out (NCAER)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88036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portal? Which of the 40 links?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this site even real?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📺 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educated citizens hunt YouTube tutorials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thousands exist, mostly outdated, never about your screen or your case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“Photo must be under 50KB”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full stop for most citizens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2834640"/>
            <a:ext cx="3063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715000" y="28346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Paste clipping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“Citizens lost over ₹22,845 crore to cyber criminals in 2024” — Business Standard, Jul 2025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15000" y="3794760"/>
            <a:ext cx="3063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715000" y="379476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Paste clipping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“Elderly couple under ‘digital arrest’ for 2 weeks, duped of ₹14 crore” — Deccan Herald, Jan 2026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73659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IAMAI–Kantar “Internet in India 2024” · NCAER “Digital Inclusion” 2026 · MHA / I4C, Lok Sabha Jul 2025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61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3048610" y="0"/>
            <a:ext cx="3047695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6305" y="0"/>
            <a:ext cx="3047695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0348"/>
            <a:ext cx="304861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3048610" y="5070348"/>
            <a:ext cx="3047695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096305" y="5070348"/>
            <a:ext cx="3047695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0" y="4709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jansewak.vercel.app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50292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JANSEWAK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91440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</a:t>
            </a:r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talks</a:t>
            </a:r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your language.</a:t>
            </a:r>
            <a:endParaRPr lang="en-US" sz="3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</a:t>
            </a:r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</a:t>
            </a:r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screen.</a:t>
            </a:r>
            <a:endParaRPr lang="en-US" sz="3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</a:t>
            </a:r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</a:t>
            </a:r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click.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lifelike 3D sahayak — like sitting beside a real agent, not typing at a bot.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34440" y="3474720"/>
            <a:ext cx="66751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EA580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325880" y="347472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LIVE DEMO — watch a citizen file a cyber crime complaint on the actual govt website, just by talking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61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3048610" y="0"/>
            <a:ext cx="3047695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6305" y="0"/>
            <a:ext cx="3047695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6035040" y="4709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jansewak.vercel.app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SHE DOES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sahayak, </a:t>
            </a:r>
            <a:pPr indent="0" marL="0">
              <a:buNone/>
            </a:pPr>
            <a:r>
              <a:rPr lang="en-US" sz="2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sarkari need.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Voice-first, major Indian languages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mid-sentence: “मराठी में बोलो”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screen guidance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yellow highlights in an auto pop-out, always-on-top guide with live captions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Auto-fill mode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her inbuilt agent types the form herself, narrating each field — no screen share needed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Copy-ready form text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on-device profile, DigiLocker fetch (demo), share-by-link for family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00600" y="1463040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portal &amp; scheme discovery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official sites only; any govt website works day one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Cyber-fraud first aid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call 1930 in the golden hours, freeze the account, then file on cybercrime.gov.in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&amp; signature resize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to exact govt KB limits, built in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by design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never asks OTP, Aadhaar or passwords; profile stays on device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61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3048610" y="0"/>
            <a:ext cx="3047695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6305" y="0"/>
            <a:ext cx="3047695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6035040" y="4709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jansewak.vercel.app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BUILT IT LIKE THIS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</a:t>
            </a:r>
            <a:pPr indent="0" marL="0">
              <a:buNone/>
            </a:pPr>
            <a:r>
              <a:rPr lang="en-US" sz="2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govt website — today.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changes needed from government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she reads the real site's screen; portal redesigns take years, this ships now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📺 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tutorial that's never outdated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YouTube videos show someone else's 2019 screen; she guides on your live screen, your case, your language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00600" y="1554480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 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beats telling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chatbots recite steps; she highlights the exact button and hands you the text to paste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built in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profile stays on device; she never asks for OTP, Aadhaar or passwords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61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3048610" y="0"/>
            <a:ext cx="3047695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6305" y="0"/>
            <a:ext cx="3047695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6035040" y="4709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jansewak.vercel.app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“sarkari websites are hard” to </a:t>
            </a:r>
            <a:pPr indent="0" marL="0">
              <a:buNone/>
            </a:pPr>
            <a:r>
              <a:rPr lang="en-US" sz="2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“बस बोलिए.”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FDBA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45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85800" y="221284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Indian internet users engage with content in Indic languages — JanSewak speaks theirs (IAMAI–Kantar)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15087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FDBA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645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₹22,845 Cr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74720" y="221284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to cyber fraud in 2024 alone — golden-hour first aid can still freeze the money (I4C / MHA)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5087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FDBA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645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~10,000/day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63640" y="221284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cyber-fraud complaints in 2024 — she gets victims to 1930 and files in minutes (MHA)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8138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 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Last-mile scheme delivery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schemes fail at the form, not the policy; she walks every citizen through in their own words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Golden-hour fraud response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she gets victims to 1930 and cybercrime.gov.in in minutes, when money can still be frozen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🧓 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Dignity, not dependence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more waiting for a grandson or paying a cyber café to click for you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61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3048610" y="0"/>
            <a:ext cx="3047695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6305" y="0"/>
            <a:ext cx="3047695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0348"/>
            <a:ext cx="304861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3048610" y="5070348"/>
            <a:ext cx="3047695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096305" y="5070348"/>
            <a:ext cx="3047695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0" y="4709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जनसेवक · Build What Moves India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50292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 AHEAD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05156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5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Aaj:</a:t>
            </a:r>
            <a:pPr algn="ctr" indent="0" marL="0">
              <a:lnSpc>
                <a:spcPct val="125000"/>
              </a:lnSpc>
              <a:buNone/>
            </a:pPr>
            <a:r>
              <a:rPr lang="en-US" sz="25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she guides on any screen.</a:t>
            </a:r>
            <a:endParaRPr lang="en-US" sz="2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5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Kal:</a:t>
            </a:r>
            <a:pPr algn="ctr" indent="0" marL="0">
              <a:lnSpc>
                <a:spcPct val="125000"/>
              </a:lnSpc>
              <a:buNone/>
            </a:pPr>
            <a:r>
              <a:rPr lang="en-US" sz="25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integrated into every govt website, with government support — no screen share needed.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copilot lives inside the portal itself — and JanSewak is the bridge that works today.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हर सरकारी काम, अपनी भाषा में — बोलकर।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83280" y="388620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38862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jansewak.vercel.app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61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3048610" y="0"/>
            <a:ext cx="3047695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6305" y="0"/>
            <a:ext cx="3047695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0348"/>
            <a:ext cx="304861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3048610" y="5070348"/>
            <a:ext cx="3047695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096305" y="5070348"/>
            <a:ext cx="3047695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515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🙏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धन्यवाद · </a:t>
            </a:r>
            <a:pPr algn="ctr" indent="0" marL="0">
              <a:buNone/>
            </a:pPr>
            <a:r>
              <a:rPr lang="en-US" sz="4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Ask JanSewak — she answers in your language.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83280" y="365760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36576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jansewak.vercel.app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What Moves India · 2026 — Finals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61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3048610" y="0"/>
            <a:ext cx="3047695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6305" y="0"/>
            <a:ext cx="3047695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6035040" y="4709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github.com/pathakcodes/jansewak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· HOW WE BUILT 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browser tab ⇄ </a:t>
            </a:r>
            <a:pPr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Live.</a:t>
            </a:r>
            <a:pPr indent="0" marL="0">
              <a:buNone/>
            </a:pPr>
            <a:r>
              <a:rPr lang="en-US" sz="22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backend state, no scraping.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7490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08760"/>
            <a:ext cx="34747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Citizen's browser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on Vercel · mic → 16kHz PCM · screen frames only when pixels change · 3D agent lip-syncs to her live voice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52928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4436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Ephemeral tokens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never leaves the server — browser gets single-use tokens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43400" y="2286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A580C"/>
                </a:solidFill>
              </a:rPr>
              <a:t>⇄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846320" y="1417320"/>
            <a:ext cx="37490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508760"/>
            <a:ext cx="34747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Gemini Live (native audio)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hears + sees in real time · speaks major Indian languages · Google Search fallback · auto-resumes dropped sessions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46320" y="2852928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94436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Function calls drive the UI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highlight_region → yellow box · provide_text → copy chips · open_file_tool → photo resizer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engineered, not hoped for: ~3s to first word · 400ms end-of-speech VAD · echo gating · background-tab-proof capture · auto pop-out always-on-top guide with live captions.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61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3048610" y="0"/>
            <a:ext cx="3047695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6305" y="0"/>
            <a:ext cx="3047695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6035040" y="4709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jansewak.vercel.app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· PRODUCT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JanSewak in action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🖼️ Paste screenshot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 — agent speaking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663440" y="1371600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🖼️ Paste screenshot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guide pop-out with highlights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48640" y="3108960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🖼️ Paste screenshot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Inbuilt form agent auto-filling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10896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663440" y="3108960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🖼️ Paste screenshot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Copy-ready text + photo resizer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61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3048610" y="0"/>
            <a:ext cx="3047695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6305" y="0"/>
            <a:ext cx="3047695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6035040" y="4709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jansewak.vercel.app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· RECORDED DEMO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2-minute recorded walkthrough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554480" y="1417320"/>
            <a:ext cx="60350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554480" y="141732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Insert demo video here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Slides: Insert → Video → Google Drive (upload demo.mp4 first)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3434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Recording: </a:t>
            </a:r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jansewak.vercel.app/pitch/demo.mp4</a:t>
            </a:r>
            <a:pPr algn="ctr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cyber crime complaint filed end-to-end by voice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JanSewak — Finals Pitch</dc:title>
  <dc:subject>PptxGenJS Presentation</dc:subject>
  <dc:creator>JanSewak</dc:creator>
  <cp:lastModifiedBy>JanSewak</cp:lastModifiedBy>
  <cp:revision>1</cp:revision>
  <dcterms:created xsi:type="dcterms:W3CDTF">2026-09-11T13:25:26Z</dcterms:created>
  <dcterms:modified xsi:type="dcterms:W3CDTF">2026-09-11T13:25:26Z</dcterms:modified>
</cp:coreProperties>
</file>